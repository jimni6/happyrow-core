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Neue Einstellung" pitchFamily="2" charset="77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521" autoAdjust="0"/>
  </p:normalViewPr>
  <p:slideViewPr>
    <p:cSldViewPr>
      <p:cViewPr>
        <p:scale>
          <a:sx n="50" d="100"/>
          <a:sy n="50" d="100"/>
        </p:scale>
        <p:origin x="2152" y="13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9969309">
            <a:off x="-2959069" y="815948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 userDrawn="1"/>
        </p:nvSpPr>
        <p:spPr>
          <a:xfrm rot="9969309">
            <a:off x="7880301" y="-1395906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-5220598">
            <a:off x="-3159090" y="1658423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>
            <a:off x="13147869" y="-677768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17373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9969309">
            <a:off x="16654075" y="1183089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5" y="0"/>
                </a:lnTo>
                <a:lnTo>
                  <a:pt x="16786265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 userDrawn="1"/>
        </p:nvSpPr>
        <p:spPr>
          <a:xfrm rot="-7156610">
            <a:off x="-13403139" y="-8673062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 rot="-7156610">
            <a:off x="5714056" y="8851957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4"/>
                </a:lnTo>
                <a:lnTo>
                  <a:pt x="0" y="9129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17373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006677C4-722E-A487-80ED-AEB0522FE3AF}"/>
              </a:ext>
            </a:extLst>
          </p:cNvPr>
          <p:cNvSpPr/>
          <p:nvPr userDrawn="1"/>
        </p:nvSpPr>
        <p:spPr>
          <a:xfrm>
            <a:off x="11299861" y="9818051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9969309">
            <a:off x="16559154" y="-3155940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Freeform 5"/>
          <p:cNvSpPr/>
          <p:nvPr userDrawn="1"/>
        </p:nvSpPr>
        <p:spPr>
          <a:xfrm rot="-7156610">
            <a:off x="-12169174" y="7273568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4"/>
                </a:lnTo>
                <a:lnTo>
                  <a:pt x="0" y="17346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17373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5593757">
            <a:off x="-7871390" y="-2369047"/>
            <a:ext cx="21312191" cy="15025095"/>
          </a:xfrm>
          <a:custGeom>
            <a:avLst/>
            <a:gdLst/>
            <a:ahLst/>
            <a:cxnLst/>
            <a:rect l="l" t="t" r="r" b="b"/>
            <a:pathLst>
              <a:path w="21312191" h="15025095">
                <a:moveTo>
                  <a:pt x="0" y="0"/>
                </a:moveTo>
                <a:lnTo>
                  <a:pt x="21312192" y="0"/>
                </a:lnTo>
                <a:lnTo>
                  <a:pt x="21312192" y="15025094"/>
                </a:lnTo>
                <a:lnTo>
                  <a:pt x="0" y="150250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6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7" name="Content Placeholder 11"/>
          <p:cNvSpPr>
            <a:spLocks noGrp="1"/>
          </p:cNvSpPr>
          <p:nvPr>
            <p:ph sz="quarter" idx="11"/>
          </p:nvPr>
        </p:nvSpPr>
        <p:spPr>
          <a:xfrm>
            <a:off x="93726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5406F0A0-B94C-6A58-9796-13125BB7C34F}"/>
              </a:ext>
            </a:extLst>
          </p:cNvPr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 rot="-9853535">
            <a:off x="6056554" y="-2160610"/>
            <a:ext cx="20810414" cy="21504485"/>
          </a:xfrm>
          <a:custGeom>
            <a:avLst/>
            <a:gdLst/>
            <a:ahLst/>
            <a:cxnLst/>
            <a:rect l="l" t="t" r="r" b="b"/>
            <a:pathLst>
              <a:path w="20810414" h="21504485">
                <a:moveTo>
                  <a:pt x="0" y="0"/>
                </a:moveTo>
                <a:lnTo>
                  <a:pt x="20810413" y="0"/>
                </a:lnTo>
                <a:lnTo>
                  <a:pt x="20810413" y="21504486"/>
                </a:lnTo>
                <a:lnTo>
                  <a:pt x="0" y="2150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6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7" name="Content Placeholder 11"/>
          <p:cNvSpPr>
            <a:spLocks noGrp="1"/>
          </p:cNvSpPr>
          <p:nvPr>
            <p:ph sz="quarter" idx="11"/>
          </p:nvPr>
        </p:nvSpPr>
        <p:spPr>
          <a:xfrm>
            <a:off x="9372600" y="1371600"/>
            <a:ext cx="84582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 dirty="0"/>
              <a:t>Contenu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4F2B83BF-6B07-84B3-5E61-B39CE51179AA}"/>
              </a:ext>
            </a:extLst>
          </p:cNvPr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>
            <a:off x="16273434" y="8114689"/>
            <a:ext cx="2870662" cy="2735572"/>
          </a:xfrm>
          <a:custGeom>
            <a:avLst/>
            <a:gdLst/>
            <a:ahLst/>
            <a:cxnLst/>
            <a:rect l="l" t="t" r="r" b="b"/>
            <a:pathLst>
              <a:path w="2870662" h="2735572">
                <a:moveTo>
                  <a:pt x="0" y="0"/>
                </a:moveTo>
                <a:lnTo>
                  <a:pt x="2870663" y="0"/>
                </a:lnTo>
                <a:lnTo>
                  <a:pt x="2870663" y="2735572"/>
                </a:lnTo>
                <a:lnTo>
                  <a:pt x="0" y="2735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 rot="-7156610">
            <a:off x="10232044" y="-11742155"/>
            <a:ext cx="16786266" cy="17346124"/>
          </a:xfrm>
          <a:custGeom>
            <a:avLst/>
            <a:gdLst/>
            <a:ahLst/>
            <a:cxnLst/>
            <a:rect l="l" t="t" r="r" b="b"/>
            <a:pathLst>
              <a:path w="16786266" h="17346124">
                <a:moveTo>
                  <a:pt x="0" y="0"/>
                </a:moveTo>
                <a:lnTo>
                  <a:pt x="16786266" y="0"/>
                </a:lnTo>
                <a:lnTo>
                  <a:pt x="16786266" y="17346123"/>
                </a:lnTo>
                <a:lnTo>
                  <a:pt x="0" y="17346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 userDrawn="1"/>
        </p:nvSpPr>
        <p:spPr>
          <a:xfrm rot="212015">
            <a:off x="16686336" y="-520255"/>
            <a:ext cx="6318180" cy="1355537"/>
          </a:xfrm>
          <a:custGeom>
            <a:avLst/>
            <a:gdLst/>
            <a:ahLst/>
            <a:cxnLst/>
            <a:rect l="l" t="t" r="r" b="b"/>
            <a:pathLst>
              <a:path w="6318180" h="1355537">
                <a:moveTo>
                  <a:pt x="0" y="0"/>
                </a:moveTo>
                <a:lnTo>
                  <a:pt x="6318180" y="0"/>
                </a:lnTo>
                <a:lnTo>
                  <a:pt x="6318180" y="1355537"/>
                </a:lnTo>
                <a:lnTo>
                  <a:pt x="0" y="1355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 userDrawn="1"/>
        </p:nvSpPr>
        <p:spPr>
          <a:xfrm rot="-7156610">
            <a:off x="10080395" y="-5506746"/>
            <a:ext cx="8834862" cy="9129524"/>
          </a:xfrm>
          <a:custGeom>
            <a:avLst/>
            <a:gdLst/>
            <a:ahLst/>
            <a:cxnLst/>
            <a:rect l="l" t="t" r="r" b="b"/>
            <a:pathLst>
              <a:path w="8834862" h="9129524">
                <a:moveTo>
                  <a:pt x="0" y="0"/>
                </a:moveTo>
                <a:lnTo>
                  <a:pt x="8834862" y="0"/>
                </a:lnTo>
                <a:lnTo>
                  <a:pt x="8834862" y="9129523"/>
                </a:lnTo>
                <a:lnTo>
                  <a:pt x="0" y="9129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03" t="-3998" r="-12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 rot="8587749">
            <a:off x="-13325992" y="4200628"/>
            <a:ext cx="23401196" cy="21061076"/>
          </a:xfrm>
          <a:custGeom>
            <a:avLst/>
            <a:gdLst/>
            <a:ahLst/>
            <a:cxnLst/>
            <a:rect l="l" t="t" r="r" b="b"/>
            <a:pathLst>
              <a:path w="23401196" h="21061076">
                <a:moveTo>
                  <a:pt x="0" y="0"/>
                </a:moveTo>
                <a:lnTo>
                  <a:pt x="23401196" y="0"/>
                </a:lnTo>
                <a:lnTo>
                  <a:pt x="23401196" y="21061076"/>
                </a:lnTo>
                <a:lnTo>
                  <a:pt x="0" y="21061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7373600" cy="914400"/>
          </a:xfrm>
          <a:prstGeom prst="rect">
            <a:avLst/>
          </a:prstGeom>
        </p:spPr>
        <p:txBody>
          <a:bodyPr/>
          <a:lstStyle/>
          <a:p>
            <a:r>
              <a:rPr lang="fr-FR" sz="2800" b="1"/>
              <a:t>Titre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0"/>
          </p:nvPr>
        </p:nvSpPr>
        <p:spPr>
          <a:xfrm>
            <a:off x="457200" y="1371600"/>
            <a:ext cx="56388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quarter" idx="11"/>
          </p:nvPr>
        </p:nvSpPr>
        <p:spPr>
          <a:xfrm>
            <a:off x="6553200" y="1371600"/>
            <a:ext cx="11277600" cy="7772400"/>
          </a:xfrm>
          <a:prstGeom prst="rect">
            <a:avLst/>
          </a:prstGeom>
        </p:spPr>
        <p:txBody>
          <a:bodyPr/>
          <a:lstStyle/>
          <a:p>
            <a:r>
              <a:rPr lang="fr-FR" sz="1400"/>
              <a:t>Contenu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2B5C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 userDrawn="1"/>
        </p:nvSpPr>
        <p:spPr>
          <a:xfrm>
            <a:off x="13353522" y="9818051"/>
            <a:ext cx="4610477" cy="27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3"/>
              </a:lnSpc>
            </a:pPr>
            <a:r>
              <a:rPr lang="en-US" sz="1573">
                <a:solidFill>
                  <a:srgbClr val="000000">
                    <a:alpha val="49804"/>
                  </a:srgbClr>
                </a:solidFill>
                <a:latin typeface="Neue Einstellung"/>
                <a:ea typeface="Neue Einstellung"/>
                <a:cs typeface="Neue Einstellung"/>
                <a:sym typeface="Neue Einstellung"/>
              </a:rPr>
              <a:t>CONFIDENTIAL DOCUMENT</a:t>
            </a:r>
          </a:p>
        </p:txBody>
      </p:sp>
      <p:sp>
        <p:nvSpPr>
          <p:cNvPr id="3" name="AutoShape 3"/>
          <p:cNvSpPr/>
          <p:nvPr userDrawn="1"/>
        </p:nvSpPr>
        <p:spPr>
          <a:xfrm>
            <a:off x="-152400" y="5611935"/>
            <a:ext cx="1252888" cy="8960760"/>
          </a:xfrm>
          <a:prstGeom prst="line">
            <a:avLst/>
          </a:prstGeom>
          <a:ln w="38100" cap="flat">
            <a:solidFill>
              <a:srgbClr val="FFFFFF">
                <a:alpha val="3882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 userDrawn="1"/>
        </p:nvSpPr>
        <p:spPr>
          <a:xfrm>
            <a:off x="0" y="4381500"/>
            <a:ext cx="1252888" cy="8960760"/>
          </a:xfrm>
          <a:prstGeom prst="line">
            <a:avLst/>
          </a:prstGeom>
          <a:ln w="38100" cap="flat">
            <a:solidFill>
              <a:srgbClr val="EC998D">
                <a:alpha val="1764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3048000" y="3429000"/>
            <a:ext cx="12192000" cy="3429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 sz="2800" b="1"/>
              <a:t>Titre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 userDrawn="1"/>
        </p:nvSpPr>
        <p:spPr>
          <a:xfrm>
            <a:off x="12376656" y="7422523"/>
            <a:ext cx="4063088" cy="2864477"/>
          </a:xfrm>
          <a:custGeom>
            <a:avLst/>
            <a:gdLst/>
            <a:ahLst/>
            <a:cxnLst/>
            <a:rect l="l" t="t" r="r" b="b"/>
            <a:pathLst>
              <a:path w="4063088" h="2864477">
                <a:moveTo>
                  <a:pt x="0" y="0"/>
                </a:moveTo>
                <a:lnTo>
                  <a:pt x="4063089" y="0"/>
                </a:lnTo>
                <a:lnTo>
                  <a:pt x="4063089" y="2864477"/>
                </a:lnTo>
                <a:lnTo>
                  <a:pt x="0" y="28644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 userDrawn="1"/>
        </p:nvSpPr>
        <p:spPr>
          <a:xfrm>
            <a:off x="0" y="0"/>
            <a:ext cx="2487559" cy="3512151"/>
          </a:xfrm>
          <a:custGeom>
            <a:avLst/>
            <a:gdLst/>
            <a:ahLst/>
            <a:cxnLst/>
            <a:rect l="l" t="t" r="r" b="b"/>
            <a:pathLst>
              <a:path w="2487559" h="3512151">
                <a:moveTo>
                  <a:pt x="0" y="0"/>
                </a:moveTo>
                <a:lnTo>
                  <a:pt x="2487559" y="0"/>
                </a:lnTo>
                <a:lnTo>
                  <a:pt x="2487559" y="3512151"/>
                </a:lnTo>
                <a:lnTo>
                  <a:pt x="0" y="3512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 userDrawn="1"/>
        </p:nvSpPr>
        <p:spPr>
          <a:xfrm rot="5239631">
            <a:off x="2378811" y="1167770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 userDrawn="1"/>
        </p:nvSpPr>
        <p:spPr>
          <a:xfrm>
            <a:off x="5813314" y="456830"/>
            <a:ext cx="1192173" cy="1143741"/>
          </a:xfrm>
          <a:custGeom>
            <a:avLst/>
            <a:gdLst/>
            <a:ahLst/>
            <a:cxnLst/>
            <a:rect l="l" t="t" r="r" b="b"/>
            <a:pathLst>
              <a:path w="1192173" h="1143741">
                <a:moveTo>
                  <a:pt x="0" y="0"/>
                </a:moveTo>
                <a:lnTo>
                  <a:pt x="1192173" y="0"/>
                </a:lnTo>
                <a:lnTo>
                  <a:pt x="1192173" y="1143740"/>
                </a:lnTo>
                <a:lnTo>
                  <a:pt x="0" y="1143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 userDrawn="1"/>
        </p:nvSpPr>
        <p:spPr>
          <a:xfrm>
            <a:off x="7036401" y="1600570"/>
            <a:ext cx="10680511" cy="2291455"/>
          </a:xfrm>
          <a:custGeom>
            <a:avLst/>
            <a:gdLst/>
            <a:ahLst/>
            <a:cxnLst/>
            <a:rect l="l" t="t" r="r" b="b"/>
            <a:pathLst>
              <a:path w="10680511" h="2291455">
                <a:moveTo>
                  <a:pt x="0" y="0"/>
                </a:moveTo>
                <a:lnTo>
                  <a:pt x="10680511" y="0"/>
                </a:lnTo>
                <a:lnTo>
                  <a:pt x="10680511" y="2291455"/>
                </a:lnTo>
                <a:lnTo>
                  <a:pt x="0" y="2291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 userDrawn="1"/>
        </p:nvSpPr>
        <p:spPr>
          <a:xfrm>
            <a:off x="208637" y="4585218"/>
            <a:ext cx="3024000" cy="4269544"/>
          </a:xfrm>
          <a:custGeom>
            <a:avLst/>
            <a:gdLst/>
            <a:ahLst/>
            <a:cxnLst/>
            <a:rect l="l" t="t" r="r" b="b"/>
            <a:pathLst>
              <a:path w="3024000" h="4269544">
                <a:moveTo>
                  <a:pt x="0" y="0"/>
                </a:moveTo>
                <a:lnTo>
                  <a:pt x="3024000" y="0"/>
                </a:lnTo>
                <a:lnTo>
                  <a:pt x="3024000" y="4269543"/>
                </a:lnTo>
                <a:lnTo>
                  <a:pt x="0" y="42695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 userDrawn="1"/>
        </p:nvSpPr>
        <p:spPr>
          <a:xfrm rot="5239631">
            <a:off x="3411082" y="6131684"/>
            <a:ext cx="3024000" cy="1176611"/>
          </a:xfrm>
          <a:custGeom>
            <a:avLst/>
            <a:gdLst/>
            <a:ahLst/>
            <a:cxnLst/>
            <a:rect l="l" t="t" r="r" b="b"/>
            <a:pathLst>
              <a:path w="3024000" h="1176611">
                <a:moveTo>
                  <a:pt x="0" y="0"/>
                </a:moveTo>
                <a:lnTo>
                  <a:pt x="3024000" y="0"/>
                </a:lnTo>
                <a:lnTo>
                  <a:pt x="3024000" y="1176611"/>
                </a:lnTo>
                <a:lnTo>
                  <a:pt x="0" y="1176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itle"/>
          <p:cNvSpPr>
            <a:spLocks noGrp="1"/>
          </p:cNvSpPr>
          <p:nvPr>
            <p:ph type="ctrTitle"/>
          </p:nvPr>
        </p:nvSpPr>
        <p:spPr>
          <a:xfrm>
            <a:off x="3048000" y="2571750"/>
            <a:ext cx="12192000" cy="257175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 sz="2800" b="1"/>
              <a:t>Titre</a:t>
            </a:r>
          </a:p>
        </p:txBody>
      </p:sp>
      <p:sp>
        <p:nvSpPr>
          <p:cNvPr id="10" name="Subtitle"/>
          <p:cNvSpPr>
            <a:spLocks noGrp="1"/>
          </p:cNvSpPr>
          <p:nvPr>
            <p:ph type="subTitle" idx="10"/>
          </p:nvPr>
        </p:nvSpPr>
        <p:spPr>
          <a:xfrm>
            <a:off x="4572000" y="5372100"/>
            <a:ext cx="9144000" cy="257175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fr-FR" sz="1800"/>
              <a:t>Sous-titre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  <p:sldLayoutId id="2147483661" r:id="rId5"/>
    <p:sldLayoutId id="2147483665" r:id="rId6"/>
    <p:sldLayoutId id="2147483666" r:id="rId7"/>
    <p:sldLayoutId id="2147483667" r:id="rId8"/>
    <p:sldLayoutId id="2147483649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22DC55-C328-02AF-C6E1-694EF6A7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EA507-D40C-3D55-1C3A-F4AC6E8AA5C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289977-E9AF-649B-C0BF-355F53BB3D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19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Neue Einstellung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CONFIDENTIAL DOCUMENT</dc:title>
  <cp:lastModifiedBy>Jimmy NI</cp:lastModifiedBy>
  <cp:revision>3</cp:revision>
  <dcterms:created xsi:type="dcterms:W3CDTF">2006-08-16T00:00:00Z</dcterms:created>
  <dcterms:modified xsi:type="dcterms:W3CDTF">2026-03-17T14:36:25Z</dcterms:modified>
  <dc:identifier>DAHD0LUKwaU</dc:identifier>
</cp:coreProperties>
</file>
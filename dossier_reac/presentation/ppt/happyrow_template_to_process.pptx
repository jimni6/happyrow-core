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56" r:id="rId9"/>
  </p:sldIdLst>
  <p:sldSz cx="18288000" cy="10287000"/>
  <p:notesSz cx="6858000" cy="9144000"/>
  <p:embeddedFontLst>
    <p:embeddedFont>
      <p:font typeface="Neue Einstellung" pitchFamily="2" charset="77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47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593757">
            <a:off x="-7871390" y="-2369047"/>
            <a:ext cx="21312191" cy="15025095"/>
          </a:xfrm>
          <a:custGeom>
            <a:avLst/>
            <a:gdLst/>
            <a:ahLst/>
            <a:cxnLst/>
            <a:rect l="l" t="t" r="r" b="b"/>
            <a:pathLst>
              <a:path w="21312191" h="15025095">
                <a:moveTo>
                  <a:pt x="0" y="0"/>
                </a:moveTo>
                <a:lnTo>
                  <a:pt x="21312192" y="0"/>
                </a:lnTo>
                <a:lnTo>
                  <a:pt x="21312192" y="15025094"/>
                </a:lnTo>
                <a:lnTo>
                  <a:pt x="0" y="150250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853535">
            <a:off x="6056554" y="-2160610"/>
            <a:ext cx="20810414" cy="21504485"/>
          </a:xfrm>
          <a:custGeom>
            <a:avLst/>
            <a:gdLst/>
            <a:ahLst/>
            <a:cxnLst/>
            <a:rect l="l" t="t" r="r" b="b"/>
            <a:pathLst>
              <a:path w="20810414" h="21504485">
                <a:moveTo>
                  <a:pt x="0" y="0"/>
                </a:moveTo>
                <a:lnTo>
                  <a:pt x="20810413" y="0"/>
                </a:lnTo>
                <a:lnTo>
                  <a:pt x="20810413" y="21504486"/>
                </a:lnTo>
                <a:lnTo>
                  <a:pt x="0" y="21504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69309">
            <a:off x="-2959069" y="8159482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/>
        </p:nvSpPr>
        <p:spPr>
          <a:xfrm rot="9969309">
            <a:off x="7880301" y="-13959069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220598">
            <a:off x="-3159090" y="1658423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147869" y="-677768"/>
            <a:ext cx="1192173" cy="1143741"/>
          </a:xfrm>
          <a:custGeom>
            <a:avLst/>
            <a:gdLst/>
            <a:ahLst/>
            <a:cxnLst/>
            <a:rect l="l" t="t" r="r" b="b"/>
            <a:pathLst>
              <a:path w="1192173" h="1143741">
                <a:moveTo>
                  <a:pt x="0" y="0"/>
                </a:moveTo>
                <a:lnTo>
                  <a:pt x="1192173" y="0"/>
                </a:lnTo>
                <a:lnTo>
                  <a:pt x="1192173" y="1143740"/>
                </a:lnTo>
                <a:lnTo>
                  <a:pt x="0" y="1143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69309">
            <a:off x="16654075" y="1183089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5" y="0"/>
                </a:lnTo>
                <a:lnTo>
                  <a:pt x="16786265" y="17346123"/>
                </a:lnTo>
                <a:lnTo>
                  <a:pt x="0" y="17346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/>
        </p:nvSpPr>
        <p:spPr>
          <a:xfrm rot="-7156610">
            <a:off x="-13403139" y="-8673062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12015">
            <a:off x="11180952" y="9451718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7156610">
            <a:off x="5714056" y="8851957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69309">
            <a:off x="16559154" y="-3155940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/>
        </p:nvSpPr>
        <p:spPr>
          <a:xfrm rot="-7156610">
            <a:off x="-12169174" y="7273568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12015">
            <a:off x="16686336" y="-520255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7156610">
            <a:off x="-7796283" y="2284321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7156610">
            <a:off x="10232044" y="-11742155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3"/>
                </a:lnTo>
                <a:lnTo>
                  <a:pt x="0" y="17346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12015">
            <a:off x="16686336" y="-520255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7156610">
            <a:off x="10080395" y="-5506746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3"/>
                </a:lnTo>
                <a:lnTo>
                  <a:pt x="0" y="9129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8587749">
            <a:off x="-13325992" y="4200628"/>
            <a:ext cx="23401196" cy="21061076"/>
          </a:xfrm>
          <a:custGeom>
            <a:avLst/>
            <a:gdLst/>
            <a:ahLst/>
            <a:cxnLst/>
            <a:rect l="l" t="t" r="r" b="b"/>
            <a:pathLst>
              <a:path w="23401196" h="21061076">
                <a:moveTo>
                  <a:pt x="0" y="0"/>
                </a:moveTo>
                <a:lnTo>
                  <a:pt x="23401196" y="0"/>
                </a:lnTo>
                <a:lnTo>
                  <a:pt x="23401196" y="21061076"/>
                </a:lnTo>
                <a:lnTo>
                  <a:pt x="0" y="21061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8" name="Freeform 8"/>
          <p:cNvSpPr/>
          <p:nvPr/>
        </p:nvSpPr>
        <p:spPr>
          <a:xfrm rot="-7156610">
            <a:off x="-7734008" y="1146609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C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3" name="AutoShape 3"/>
          <p:cNvSpPr/>
          <p:nvPr/>
        </p:nvSpPr>
        <p:spPr>
          <a:xfrm>
            <a:off x="-152400" y="5611935"/>
            <a:ext cx="1252888" cy="8960760"/>
          </a:xfrm>
          <a:prstGeom prst="line">
            <a:avLst/>
          </a:prstGeom>
          <a:ln w="38100" cap="flat">
            <a:solidFill>
              <a:srgbClr val="FFFFFF">
                <a:alpha val="3882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0" y="4381500"/>
            <a:ext cx="1252888" cy="8960760"/>
          </a:xfrm>
          <a:prstGeom prst="line">
            <a:avLst/>
          </a:prstGeom>
          <a:ln w="38100" cap="flat">
            <a:solidFill>
              <a:srgbClr val="EC998D">
                <a:alpha val="1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76656" y="7422523"/>
            <a:ext cx="4063088" cy="2864477"/>
          </a:xfrm>
          <a:custGeom>
            <a:avLst/>
            <a:gdLst/>
            <a:ahLst/>
            <a:cxnLst/>
            <a:rect l="l" t="t" r="r" b="b"/>
            <a:pathLst>
              <a:path w="4063088" h="2864477">
                <a:moveTo>
                  <a:pt x="0" y="0"/>
                </a:moveTo>
                <a:lnTo>
                  <a:pt x="4063089" y="0"/>
                </a:lnTo>
                <a:lnTo>
                  <a:pt x="4063089" y="2864477"/>
                </a:lnTo>
                <a:lnTo>
                  <a:pt x="0" y="2864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487559" cy="3512151"/>
          </a:xfrm>
          <a:custGeom>
            <a:avLst/>
            <a:gdLst/>
            <a:ahLst/>
            <a:cxnLst/>
            <a:rect l="l" t="t" r="r" b="b"/>
            <a:pathLst>
              <a:path w="2487559" h="3512151">
                <a:moveTo>
                  <a:pt x="0" y="0"/>
                </a:moveTo>
                <a:lnTo>
                  <a:pt x="2487559" y="0"/>
                </a:lnTo>
                <a:lnTo>
                  <a:pt x="2487559" y="3512151"/>
                </a:lnTo>
                <a:lnTo>
                  <a:pt x="0" y="3512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239631">
            <a:off x="2378811" y="1167770"/>
            <a:ext cx="3024000" cy="1176611"/>
          </a:xfrm>
          <a:custGeom>
            <a:avLst/>
            <a:gdLst/>
            <a:ahLst/>
            <a:cxnLst/>
            <a:rect l="l" t="t" r="r" b="b"/>
            <a:pathLst>
              <a:path w="3024000" h="1176611">
                <a:moveTo>
                  <a:pt x="0" y="0"/>
                </a:moveTo>
                <a:lnTo>
                  <a:pt x="3024000" y="0"/>
                </a:lnTo>
                <a:lnTo>
                  <a:pt x="3024000" y="1176611"/>
                </a:lnTo>
                <a:lnTo>
                  <a:pt x="0" y="1176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813314" y="456830"/>
            <a:ext cx="1192173" cy="1143741"/>
          </a:xfrm>
          <a:custGeom>
            <a:avLst/>
            <a:gdLst/>
            <a:ahLst/>
            <a:cxnLst/>
            <a:rect l="l" t="t" r="r" b="b"/>
            <a:pathLst>
              <a:path w="1192173" h="1143741">
                <a:moveTo>
                  <a:pt x="0" y="0"/>
                </a:moveTo>
                <a:lnTo>
                  <a:pt x="1192173" y="0"/>
                </a:lnTo>
                <a:lnTo>
                  <a:pt x="1192173" y="1143740"/>
                </a:lnTo>
                <a:lnTo>
                  <a:pt x="0" y="1143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036401" y="1600570"/>
            <a:ext cx="10680511" cy="2291455"/>
          </a:xfrm>
          <a:custGeom>
            <a:avLst/>
            <a:gdLst/>
            <a:ahLst/>
            <a:cxnLst/>
            <a:rect l="l" t="t" r="r" b="b"/>
            <a:pathLst>
              <a:path w="10680511" h="2291455">
                <a:moveTo>
                  <a:pt x="0" y="0"/>
                </a:moveTo>
                <a:lnTo>
                  <a:pt x="10680511" y="0"/>
                </a:lnTo>
                <a:lnTo>
                  <a:pt x="10680511" y="2291455"/>
                </a:lnTo>
                <a:lnTo>
                  <a:pt x="0" y="2291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08637" y="4585218"/>
            <a:ext cx="3024000" cy="4269544"/>
          </a:xfrm>
          <a:custGeom>
            <a:avLst/>
            <a:gdLst/>
            <a:ahLst/>
            <a:cxnLst/>
            <a:rect l="l" t="t" r="r" b="b"/>
            <a:pathLst>
              <a:path w="3024000" h="4269544">
                <a:moveTo>
                  <a:pt x="0" y="0"/>
                </a:moveTo>
                <a:lnTo>
                  <a:pt x="3024000" y="0"/>
                </a:lnTo>
                <a:lnTo>
                  <a:pt x="3024000" y="4269543"/>
                </a:lnTo>
                <a:lnTo>
                  <a:pt x="0" y="4269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239631">
            <a:off x="3411082" y="6131684"/>
            <a:ext cx="3024000" cy="1176611"/>
          </a:xfrm>
          <a:custGeom>
            <a:avLst/>
            <a:gdLst/>
            <a:ahLst/>
            <a:cxnLst/>
            <a:rect l="l" t="t" r="r" b="b"/>
            <a:pathLst>
              <a:path w="3024000" h="1176611">
                <a:moveTo>
                  <a:pt x="0" y="0"/>
                </a:moveTo>
                <a:lnTo>
                  <a:pt x="3024000" y="0"/>
                </a:lnTo>
                <a:lnTo>
                  <a:pt x="3024000" y="1176611"/>
                </a:lnTo>
                <a:lnTo>
                  <a:pt x="0" y="1176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Macintosh PowerPoint</Application>
  <PresentationFormat>Custom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Neue Einstellung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CONFIDENTIAL DOCUMENT</dc:title>
  <cp:lastModifiedBy>Jimmy NI</cp:lastModifiedBy>
  <cp:revision>2</cp:revision>
  <dcterms:created xsi:type="dcterms:W3CDTF">2006-08-16T00:00:00Z</dcterms:created>
  <dcterms:modified xsi:type="dcterms:W3CDTF">2026-03-17T14:00:39Z</dcterms:modified>
  <dc:identifier>DAHD0LUKwaU</dc:identifier>
</cp:coreProperties>
</file>
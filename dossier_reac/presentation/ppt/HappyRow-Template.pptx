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/>
  <p:sldSz cx="18288000" cy="10287000"/>
  <p:notesSz cx="6858000" cy="9144000"/>
  <p:embeddedFontLst>
    <p:embeddedFont>
      <p:font typeface="Neue Einstellung" pitchFamily="2" charset="77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9" autoAdjust="0"/>
  </p:normalViewPr>
  <p:slideViewPr>
    <p:cSldViewPr>
      <p:cViewPr varScale="1">
        <p:scale>
          <a:sx n="80" d="100"/>
          <a:sy n="80" d="100"/>
        </p:scale>
        <p:origin x="47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theme" Target="theme/theme1.xml"/><Relationship Id="rId1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0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3" Type="http://schemas.openxmlformats.org/officeDocument/2006/relationships/image" Target="../media/image2.png"/><Relationship Id="rId2" Type="http://schemas.openxmlformats.org/officeDocument/2006/relationships/image" Target="../media/image1.svg"/></Relationships>
</file>

<file path=ppt/slideLayouts/_rels/slideLayout13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3" Type="http://schemas.openxmlformats.org/officeDocument/2006/relationships/image" Target="../media/image2.png"/><Relationship Id="rId2" Type="http://schemas.openxmlformats.org/officeDocument/2006/relationships/image" Target="../media/image3.svg"/></Relationships>
</file>

<file path=ppt/slideLayouts/_rels/slideLayout14.xml.rels><?xml version='1.0' encoding='UTF-8' standalone='yes'?>
<Relationships xmlns="http://schemas.openxmlformats.org/package/2006/relationships"><Relationship Id="rId6" Type="http://schemas.openxmlformats.org/officeDocument/2006/relationships/slideMaster" Target="../slideMasters/slideMaster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5.xml.rels><?xml version='1.0' encoding='UTF-8' standalone='yes'?>
<Relationships xmlns="http://schemas.openxmlformats.org/package/2006/relationships"><Relationship Id="rId5" Type="http://schemas.openxmlformats.org/officeDocument/2006/relationships/slideMaster" Target="../slideMasters/slideMaster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6" Type="http://schemas.openxmlformats.org/officeDocument/2006/relationships/slideMaster" Target="../slideMasters/slideMaster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7" Type="http://schemas.openxmlformats.org/officeDocument/2006/relationships/slideMaster" Target="../slideMasters/slideMaster1.xml"/><Relationship Id="rId3" Type="http://schemas.openxmlformats.org/officeDocument/2006/relationships/image" Target="../media/image5.svg"/><Relationship Id="rId7" Type="http://schemas.openxmlformats.org/officeDocument/2006/relationships/image" Target="../media/image11.svg"/><Relationship Id="rId2" Type="http://schemas.openxmlformats.org/officeDocument/2006/relationships/image" Target="../media/image2.pn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7" Type="http://schemas.openxmlformats.org/officeDocument/2006/relationships/slideMaster" Target="../slideMasters/slideMaster1.xml"/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2" Type="http://schemas.openxmlformats.org/officeDocument/2006/relationships/image" Target="../media/image1.sv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 userDrawn="1"/>
        </p:nvSpPr>
        <p:spPr>
          <a:xfrm rot="5593757">
            <a:off x="-7871390" y="-2369047"/>
            <a:ext cx="21312191" cy="15025095"/>
          </a:xfrm>
          <a:custGeom>
            <a:avLst/>
            <a:gdLst/>
            <a:ahLst/>
            <a:cxnLst/>
            <a:rect l="l" t="t" r="r" b="b"/>
            <a:pathLst>
              <a:path w="21312191" h="15025095">
                <a:moveTo>
                  <a:pt x="0" y="0"/>
                </a:moveTo>
                <a:lnTo>
                  <a:pt x="21312192" y="0"/>
                </a:lnTo>
                <a:lnTo>
                  <a:pt x="21312192" y="15025094"/>
                </a:lnTo>
                <a:lnTo>
                  <a:pt x="0" y="150250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 userDrawn="1"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 userDrawn="1"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5" name="Title"/>
          <p:cNvSpPr>
            <a:spLocks noGrp="1"/>
          </p:cNvSpPr>
          <p:nvPr>
            <p:ph type="title" idx="0"/>
          </p:nvPr>
        </p:nvSpPr>
        <p:spPr>
          <a:xfrm>
            <a:off x="457200" y="228600"/>
            <a:ext cx="17373600" cy="914400"/>
          </a:xfrm>
          <a:prstGeom prst="rect">
            <a:avLst/>
          </a:prstGeom>
        </p:spPr>
        <p:txBody>
          <a:bodyPr/>
          <a:lstStyle/>
          <a:p>
            <a:r>
              <a:rPr lang="fr-FR" sz="2800" b="1"/>
              <a:t>Titre</a:t>
            </a:r>
          </a:p>
        </p:txBody>
      </p:sp>
      <p:sp>
        <p:nvSpPr>
          <p:cNvPr id="6" name="Content Placeholder 10"/>
          <p:cNvSpPr>
            <a:spLocks noGrp="1"/>
          </p:cNvSpPr>
          <p:nvPr>
            <p:ph sz="quarter" idx="10"/>
          </p:nvPr>
        </p:nvSpPr>
        <p:spPr>
          <a:xfrm>
            <a:off x="457200" y="1371600"/>
            <a:ext cx="8458200" cy="7772400"/>
          </a:xfrm>
          <a:prstGeom prst="rect">
            <a:avLst/>
          </a:prstGeom>
        </p:spPr>
        <p:txBody>
          <a:bodyPr/>
          <a:lstStyle/>
          <a:p>
            <a:r>
              <a:rPr lang="fr-FR" sz="1400"/>
              <a:t>Contenu</a:t>
            </a:r>
          </a:p>
        </p:txBody>
      </p:sp>
      <p:sp>
        <p:nvSpPr>
          <p:cNvPr id="7" name="Content Placeholder 11"/>
          <p:cNvSpPr>
            <a:spLocks noGrp="1"/>
          </p:cNvSpPr>
          <p:nvPr>
            <p:ph sz="quarter" idx="11"/>
          </p:nvPr>
        </p:nvSpPr>
        <p:spPr>
          <a:xfrm>
            <a:off x="9372600" y="1371600"/>
            <a:ext cx="8458200" cy="7772400"/>
          </a:xfrm>
          <a:prstGeom prst="rect">
            <a:avLst/>
          </a:prstGeom>
        </p:spPr>
        <p:txBody>
          <a:bodyPr/>
          <a:lstStyle/>
          <a:p>
            <a:r>
              <a:rPr lang="fr-FR" sz="1400"/>
              <a:t>Contenu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 userDrawn="1"/>
        </p:nvSpPr>
        <p:spPr>
          <a:xfrm rot="-9853535">
            <a:off x="6056554" y="-2160610"/>
            <a:ext cx="20810414" cy="21504485"/>
          </a:xfrm>
          <a:custGeom>
            <a:avLst/>
            <a:gdLst/>
            <a:ahLst/>
            <a:cxnLst/>
            <a:rect l="l" t="t" r="r" b="b"/>
            <a:pathLst>
              <a:path w="20810414" h="21504485">
                <a:moveTo>
                  <a:pt x="0" y="0"/>
                </a:moveTo>
                <a:lnTo>
                  <a:pt x="20810413" y="0"/>
                </a:lnTo>
                <a:lnTo>
                  <a:pt x="20810413" y="21504486"/>
                </a:lnTo>
                <a:lnTo>
                  <a:pt x="0" y="215044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 userDrawn="1"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 userDrawn="1"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5" name="Title"/>
          <p:cNvSpPr>
            <a:spLocks noGrp="1"/>
          </p:cNvSpPr>
          <p:nvPr>
            <p:ph type="title" idx="0"/>
          </p:nvPr>
        </p:nvSpPr>
        <p:spPr>
          <a:xfrm>
            <a:off x="457200" y="228600"/>
            <a:ext cx="17373600" cy="914400"/>
          </a:xfrm>
          <a:prstGeom prst="rect">
            <a:avLst/>
          </a:prstGeom>
        </p:spPr>
        <p:txBody>
          <a:bodyPr/>
          <a:lstStyle/>
          <a:p>
            <a:r>
              <a:rPr lang="fr-FR" sz="2800" b="1"/>
              <a:t>Titre</a:t>
            </a:r>
          </a:p>
        </p:txBody>
      </p:sp>
      <p:sp>
        <p:nvSpPr>
          <p:cNvPr id="6" name="Content Placeholder 10"/>
          <p:cNvSpPr>
            <a:spLocks noGrp="1"/>
          </p:cNvSpPr>
          <p:nvPr>
            <p:ph sz="quarter" idx="10"/>
          </p:nvPr>
        </p:nvSpPr>
        <p:spPr>
          <a:xfrm>
            <a:off x="457200" y="1371600"/>
            <a:ext cx="8458200" cy="7772400"/>
          </a:xfrm>
          <a:prstGeom prst="rect">
            <a:avLst/>
          </a:prstGeom>
        </p:spPr>
        <p:txBody>
          <a:bodyPr/>
          <a:lstStyle/>
          <a:p>
            <a:r>
              <a:rPr lang="fr-FR" sz="1400"/>
              <a:t>Contenu</a:t>
            </a:r>
          </a:p>
        </p:txBody>
      </p:sp>
      <p:sp>
        <p:nvSpPr>
          <p:cNvPr id="7" name="Content Placeholder 11"/>
          <p:cNvSpPr>
            <a:spLocks noGrp="1"/>
          </p:cNvSpPr>
          <p:nvPr>
            <p:ph sz="quarter" idx="11"/>
          </p:nvPr>
        </p:nvSpPr>
        <p:spPr>
          <a:xfrm>
            <a:off x="9372600" y="1371600"/>
            <a:ext cx="8458200" cy="7772400"/>
          </a:xfrm>
          <a:prstGeom prst="rect">
            <a:avLst/>
          </a:prstGeom>
        </p:spPr>
        <p:txBody>
          <a:bodyPr/>
          <a:lstStyle/>
          <a:p>
            <a:r>
              <a:rPr lang="fr-FR" sz="1400"/>
              <a:t>Contenu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 userDrawn="1"/>
        </p:nvSpPr>
        <p:spPr>
          <a:xfrm rot="9969309">
            <a:off x="-2959069" y="8159482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4"/>
                </a:lnTo>
                <a:lnTo>
                  <a:pt x="0" y="17346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 userDrawn="1"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 userDrawn="1"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5" name="Freeform 5"/>
          <p:cNvSpPr/>
          <p:nvPr userDrawn="1"/>
        </p:nvSpPr>
        <p:spPr>
          <a:xfrm rot="9969309">
            <a:off x="7880301" y="-13959069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4"/>
                </a:lnTo>
                <a:lnTo>
                  <a:pt x="0" y="17346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 userDrawn="1"/>
        </p:nvSpPr>
        <p:spPr>
          <a:xfrm rot="-5220598">
            <a:off x="-3159090" y="1658423"/>
            <a:ext cx="6318180" cy="1355537"/>
          </a:xfrm>
          <a:custGeom>
            <a:avLst/>
            <a:gdLst/>
            <a:ahLst/>
            <a:cxnLst/>
            <a:rect l="l" t="t" r="r" b="b"/>
            <a:pathLst>
              <a:path w="6318180" h="1355537">
                <a:moveTo>
                  <a:pt x="0" y="0"/>
                </a:moveTo>
                <a:lnTo>
                  <a:pt x="6318180" y="0"/>
                </a:lnTo>
                <a:lnTo>
                  <a:pt x="6318180" y="1355537"/>
                </a:lnTo>
                <a:lnTo>
                  <a:pt x="0" y="1355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 userDrawn="1"/>
        </p:nvSpPr>
        <p:spPr>
          <a:xfrm>
            <a:off x="13147869" y="-677768"/>
            <a:ext cx="1192173" cy="1143741"/>
          </a:xfrm>
          <a:custGeom>
            <a:avLst/>
            <a:gdLst/>
            <a:ahLst/>
            <a:cxnLst/>
            <a:rect l="l" t="t" r="r" b="b"/>
            <a:pathLst>
              <a:path w="1192173" h="1143741">
                <a:moveTo>
                  <a:pt x="0" y="0"/>
                </a:moveTo>
                <a:lnTo>
                  <a:pt x="1192173" y="0"/>
                </a:lnTo>
                <a:lnTo>
                  <a:pt x="1192173" y="1143740"/>
                </a:lnTo>
                <a:lnTo>
                  <a:pt x="0" y="1143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itle"/>
          <p:cNvSpPr>
            <a:spLocks noGrp="1"/>
          </p:cNvSpPr>
          <p:nvPr>
            <p:ph type="title" idx="0"/>
          </p:nvPr>
        </p:nvSpPr>
        <p:spPr>
          <a:xfrm>
            <a:off x="457200" y="228600"/>
            <a:ext cx="17373600" cy="914400"/>
          </a:xfrm>
          <a:prstGeom prst="rect">
            <a:avLst/>
          </a:prstGeom>
        </p:spPr>
        <p:txBody>
          <a:bodyPr/>
          <a:lstStyle/>
          <a:p>
            <a:r>
              <a:rPr lang="fr-FR" sz="2800" b="1"/>
              <a:t>Titre</a:t>
            </a:r>
          </a:p>
        </p:txBody>
      </p:sp>
      <p:sp>
        <p:nvSpPr>
          <p:cNvPr id="9" name="Content Placeholder 10"/>
          <p:cNvSpPr>
            <a:spLocks noGrp="1"/>
          </p:cNvSpPr>
          <p:nvPr>
            <p:ph sz="quarter" idx="10"/>
          </p:nvPr>
        </p:nvSpPr>
        <p:spPr>
          <a:xfrm>
            <a:off x="457200" y="1371600"/>
            <a:ext cx="17373600" cy="7772400"/>
          </a:xfrm>
          <a:prstGeom prst="rect">
            <a:avLst/>
          </a:prstGeom>
        </p:spPr>
        <p:txBody>
          <a:bodyPr/>
          <a:lstStyle/>
          <a:p>
            <a:r>
              <a:rPr lang="fr-FR" sz="1400"/>
              <a:t>Contenu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 userDrawn="1"/>
        </p:nvSpPr>
        <p:spPr>
          <a:xfrm rot="9969309">
            <a:off x="16654075" y="1183089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5" y="0"/>
                </a:lnTo>
                <a:lnTo>
                  <a:pt x="16786265" y="17346123"/>
                </a:lnTo>
                <a:lnTo>
                  <a:pt x="0" y="17346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 userDrawn="1"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 userDrawn="1"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5" name="Freeform 5"/>
          <p:cNvSpPr/>
          <p:nvPr userDrawn="1"/>
        </p:nvSpPr>
        <p:spPr>
          <a:xfrm rot="-7156610">
            <a:off x="-13403139" y="-8673062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4"/>
                </a:lnTo>
                <a:lnTo>
                  <a:pt x="0" y="17346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 userDrawn="1"/>
        </p:nvSpPr>
        <p:spPr>
          <a:xfrm rot="212015">
            <a:off x="11180952" y="9451718"/>
            <a:ext cx="6318180" cy="1355537"/>
          </a:xfrm>
          <a:custGeom>
            <a:avLst/>
            <a:gdLst/>
            <a:ahLst/>
            <a:cxnLst/>
            <a:rect l="l" t="t" r="r" b="b"/>
            <a:pathLst>
              <a:path w="6318180" h="1355537">
                <a:moveTo>
                  <a:pt x="0" y="0"/>
                </a:moveTo>
                <a:lnTo>
                  <a:pt x="6318180" y="0"/>
                </a:lnTo>
                <a:lnTo>
                  <a:pt x="6318180" y="1355537"/>
                </a:lnTo>
                <a:lnTo>
                  <a:pt x="0" y="1355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 userDrawn="1"/>
        </p:nvSpPr>
        <p:spPr>
          <a:xfrm rot="-7156610">
            <a:off x="5714056" y="8851957"/>
            <a:ext cx="8834862" cy="9129524"/>
          </a:xfrm>
          <a:custGeom>
            <a:avLst/>
            <a:gdLst/>
            <a:ahLst/>
            <a:cxnLst/>
            <a:rect l="l" t="t" r="r" b="b"/>
            <a:pathLst>
              <a:path w="8834862" h="9129524">
                <a:moveTo>
                  <a:pt x="0" y="0"/>
                </a:moveTo>
                <a:lnTo>
                  <a:pt x="8834862" y="0"/>
                </a:lnTo>
                <a:lnTo>
                  <a:pt x="8834862" y="9129524"/>
                </a:lnTo>
                <a:lnTo>
                  <a:pt x="0" y="9129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itle"/>
          <p:cNvSpPr>
            <a:spLocks noGrp="1"/>
          </p:cNvSpPr>
          <p:nvPr>
            <p:ph type="title" idx="0"/>
          </p:nvPr>
        </p:nvSpPr>
        <p:spPr>
          <a:xfrm>
            <a:off x="457200" y="228600"/>
            <a:ext cx="17373600" cy="914400"/>
          </a:xfrm>
          <a:prstGeom prst="rect">
            <a:avLst/>
          </a:prstGeom>
        </p:spPr>
        <p:txBody>
          <a:bodyPr/>
          <a:lstStyle/>
          <a:p>
            <a:r>
              <a:rPr lang="fr-FR" sz="2800" b="1"/>
              <a:t>Titre</a:t>
            </a:r>
          </a:p>
        </p:txBody>
      </p:sp>
      <p:sp>
        <p:nvSpPr>
          <p:cNvPr id="9" name="Content Placeholder 10"/>
          <p:cNvSpPr>
            <a:spLocks noGrp="1"/>
          </p:cNvSpPr>
          <p:nvPr>
            <p:ph sz="quarter" idx="10"/>
          </p:nvPr>
        </p:nvSpPr>
        <p:spPr>
          <a:xfrm>
            <a:off x="457200" y="1371600"/>
            <a:ext cx="17373600" cy="7772400"/>
          </a:xfrm>
          <a:prstGeom prst="rect">
            <a:avLst/>
          </a:prstGeom>
        </p:spPr>
        <p:txBody>
          <a:bodyPr/>
          <a:lstStyle/>
          <a:p>
            <a:r>
              <a:rPr lang="fr-FR" sz="1400"/>
              <a:t>Contenu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 userDrawn="1"/>
        </p:nvSpPr>
        <p:spPr>
          <a:xfrm rot="9969309">
            <a:off x="16559154" y="-3155940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4"/>
                </a:lnTo>
                <a:lnTo>
                  <a:pt x="0" y="17346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 userDrawn="1"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 userDrawn="1"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5" name="Freeform 5"/>
          <p:cNvSpPr/>
          <p:nvPr userDrawn="1"/>
        </p:nvSpPr>
        <p:spPr>
          <a:xfrm rot="-7156610">
            <a:off x="-12169174" y="7273568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4"/>
                </a:lnTo>
                <a:lnTo>
                  <a:pt x="0" y="17346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 userDrawn="1"/>
        </p:nvSpPr>
        <p:spPr>
          <a:xfrm rot="212015">
            <a:off x="16686336" y="-520255"/>
            <a:ext cx="6318180" cy="1355537"/>
          </a:xfrm>
          <a:custGeom>
            <a:avLst/>
            <a:gdLst/>
            <a:ahLst/>
            <a:cxnLst/>
            <a:rect l="l" t="t" r="r" b="b"/>
            <a:pathLst>
              <a:path w="6318180" h="1355537">
                <a:moveTo>
                  <a:pt x="0" y="0"/>
                </a:moveTo>
                <a:lnTo>
                  <a:pt x="6318180" y="0"/>
                </a:lnTo>
                <a:lnTo>
                  <a:pt x="6318180" y="1355537"/>
                </a:lnTo>
                <a:lnTo>
                  <a:pt x="0" y="1355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 userDrawn="1"/>
        </p:nvSpPr>
        <p:spPr>
          <a:xfrm rot="-7156610">
            <a:off x="-7796283" y="2284321"/>
            <a:ext cx="8834862" cy="9129524"/>
          </a:xfrm>
          <a:custGeom>
            <a:avLst/>
            <a:gdLst/>
            <a:ahLst/>
            <a:cxnLst/>
            <a:rect l="l" t="t" r="r" b="b"/>
            <a:pathLst>
              <a:path w="8834862" h="9129524">
                <a:moveTo>
                  <a:pt x="0" y="0"/>
                </a:moveTo>
                <a:lnTo>
                  <a:pt x="8834862" y="0"/>
                </a:lnTo>
                <a:lnTo>
                  <a:pt x="8834862" y="9129524"/>
                </a:lnTo>
                <a:lnTo>
                  <a:pt x="0" y="9129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itle"/>
          <p:cNvSpPr>
            <a:spLocks noGrp="1"/>
          </p:cNvSpPr>
          <p:nvPr>
            <p:ph type="title" idx="0"/>
          </p:nvPr>
        </p:nvSpPr>
        <p:spPr>
          <a:xfrm>
            <a:off x="457200" y="228600"/>
            <a:ext cx="17373600" cy="914400"/>
          </a:xfrm>
          <a:prstGeom prst="rect">
            <a:avLst/>
          </a:prstGeom>
        </p:spPr>
        <p:txBody>
          <a:bodyPr/>
          <a:lstStyle/>
          <a:p>
            <a:r>
              <a:rPr lang="fr-FR" sz="2800" b="1"/>
              <a:t>Titre</a:t>
            </a:r>
          </a:p>
        </p:txBody>
      </p:sp>
      <p:sp>
        <p:nvSpPr>
          <p:cNvPr id="9" name="Content Placeholder 10"/>
          <p:cNvSpPr>
            <a:spLocks noGrp="1"/>
          </p:cNvSpPr>
          <p:nvPr>
            <p:ph sz="quarter" idx="10"/>
          </p:nvPr>
        </p:nvSpPr>
        <p:spPr>
          <a:xfrm>
            <a:off x="457200" y="1371600"/>
            <a:ext cx="17373600" cy="7772400"/>
          </a:xfrm>
          <a:prstGeom prst="rect">
            <a:avLst/>
          </a:prstGeom>
        </p:spPr>
        <p:txBody>
          <a:bodyPr/>
          <a:lstStyle/>
          <a:p>
            <a:r>
              <a:rPr lang="fr-FR" sz="1400"/>
              <a:t>Contenu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1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 userDrawn="1"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 userDrawn="1"/>
        </p:nvSpPr>
        <p:spPr>
          <a:xfrm rot="-7156610">
            <a:off x="10232044" y="-11742155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3"/>
                </a:lnTo>
                <a:lnTo>
                  <a:pt x="0" y="17346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 userDrawn="1"/>
        </p:nvSpPr>
        <p:spPr>
          <a:xfrm rot="212015">
            <a:off x="16686336" y="-520255"/>
            <a:ext cx="6318180" cy="1355537"/>
          </a:xfrm>
          <a:custGeom>
            <a:avLst/>
            <a:gdLst/>
            <a:ahLst/>
            <a:cxnLst/>
            <a:rect l="l" t="t" r="r" b="b"/>
            <a:pathLst>
              <a:path w="6318180" h="1355537">
                <a:moveTo>
                  <a:pt x="0" y="0"/>
                </a:moveTo>
                <a:lnTo>
                  <a:pt x="6318180" y="0"/>
                </a:lnTo>
                <a:lnTo>
                  <a:pt x="6318180" y="1355537"/>
                </a:lnTo>
                <a:lnTo>
                  <a:pt x="0" y="1355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 userDrawn="1"/>
        </p:nvSpPr>
        <p:spPr>
          <a:xfrm rot="-7156610">
            <a:off x="10080395" y="-5506746"/>
            <a:ext cx="8834862" cy="9129524"/>
          </a:xfrm>
          <a:custGeom>
            <a:avLst/>
            <a:gdLst/>
            <a:ahLst/>
            <a:cxnLst/>
            <a:rect l="l" t="t" r="r" b="b"/>
            <a:pathLst>
              <a:path w="8834862" h="9129524">
                <a:moveTo>
                  <a:pt x="0" y="0"/>
                </a:moveTo>
                <a:lnTo>
                  <a:pt x="8834862" y="0"/>
                </a:lnTo>
                <a:lnTo>
                  <a:pt x="8834862" y="9129523"/>
                </a:lnTo>
                <a:lnTo>
                  <a:pt x="0" y="9129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 userDrawn="1"/>
        </p:nvSpPr>
        <p:spPr>
          <a:xfrm rot="8587749">
            <a:off x="-13325992" y="4200628"/>
            <a:ext cx="23401196" cy="21061076"/>
          </a:xfrm>
          <a:custGeom>
            <a:avLst/>
            <a:gdLst/>
            <a:ahLst/>
            <a:cxnLst/>
            <a:rect l="l" t="t" r="r" b="b"/>
            <a:pathLst>
              <a:path w="23401196" h="21061076">
                <a:moveTo>
                  <a:pt x="0" y="0"/>
                </a:moveTo>
                <a:lnTo>
                  <a:pt x="23401196" y="0"/>
                </a:lnTo>
                <a:lnTo>
                  <a:pt x="23401196" y="21061076"/>
                </a:lnTo>
                <a:lnTo>
                  <a:pt x="0" y="210610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 userDrawn="1"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8" name="Freeform 8"/>
          <p:cNvSpPr/>
          <p:nvPr userDrawn="1"/>
        </p:nvSpPr>
        <p:spPr>
          <a:xfrm rot="-7156610">
            <a:off x="-7734008" y="1146609"/>
            <a:ext cx="8834862" cy="9129524"/>
          </a:xfrm>
          <a:custGeom>
            <a:avLst/>
            <a:gdLst/>
            <a:ahLst/>
            <a:cxnLst/>
            <a:rect l="l" t="t" r="r" b="b"/>
            <a:pathLst>
              <a:path w="8834862" h="9129524">
                <a:moveTo>
                  <a:pt x="0" y="0"/>
                </a:moveTo>
                <a:lnTo>
                  <a:pt x="8834862" y="0"/>
                </a:lnTo>
                <a:lnTo>
                  <a:pt x="8834862" y="9129524"/>
                </a:lnTo>
                <a:lnTo>
                  <a:pt x="0" y="9129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itle"/>
          <p:cNvSpPr>
            <a:spLocks noGrp="1"/>
          </p:cNvSpPr>
          <p:nvPr>
            <p:ph type="title" idx="0"/>
          </p:nvPr>
        </p:nvSpPr>
        <p:spPr>
          <a:xfrm>
            <a:off x="457200" y="228600"/>
            <a:ext cx="17373600" cy="914400"/>
          </a:xfrm>
          <a:prstGeom prst="rect">
            <a:avLst/>
          </a:prstGeom>
        </p:spPr>
        <p:txBody>
          <a:bodyPr/>
          <a:lstStyle/>
          <a:p>
            <a:r>
              <a:rPr lang="fr-FR" sz="2800" b="1"/>
              <a:t>Titre</a:t>
            </a:r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0"/>
          </p:nvPr>
        </p:nvSpPr>
        <p:spPr>
          <a:xfrm>
            <a:off x="457200" y="1371600"/>
            <a:ext cx="5638800" cy="7772400"/>
          </a:xfrm>
          <a:prstGeom prst="rect">
            <a:avLst/>
          </a:prstGeom>
        </p:spPr>
        <p:txBody>
          <a:bodyPr/>
          <a:lstStyle/>
          <a:p>
            <a:r>
              <a:rPr lang="fr-FR" sz="1400"/>
              <a:t>Contenu</a:t>
            </a:r>
          </a:p>
        </p:txBody>
      </p:sp>
      <p:sp>
        <p:nvSpPr>
          <p:cNvPr id="11" name="Content Placeholder 11"/>
          <p:cNvSpPr>
            <a:spLocks noGrp="1"/>
          </p:cNvSpPr>
          <p:nvPr>
            <p:ph sz="quarter" idx="11"/>
          </p:nvPr>
        </p:nvSpPr>
        <p:spPr>
          <a:xfrm>
            <a:off x="6553200" y="1371600"/>
            <a:ext cx="11277600" cy="7772400"/>
          </a:xfrm>
          <a:prstGeom prst="rect">
            <a:avLst/>
          </a:prstGeom>
        </p:spPr>
        <p:txBody>
          <a:bodyPr/>
          <a:lstStyle/>
          <a:p>
            <a:r>
              <a:rPr lang="fr-FR" sz="1400"/>
              <a:t>Contenu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solidFill>
          <a:srgbClr val="2B5C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 userDrawn="1"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3" name="AutoShape 3"/>
          <p:cNvSpPr/>
          <p:nvPr userDrawn="1"/>
        </p:nvSpPr>
        <p:spPr>
          <a:xfrm>
            <a:off x="-152400" y="5611935"/>
            <a:ext cx="1252888" cy="8960760"/>
          </a:xfrm>
          <a:prstGeom prst="line">
            <a:avLst/>
          </a:prstGeom>
          <a:ln w="38100" cap="flat">
            <a:solidFill>
              <a:srgbClr val="FFFFFF">
                <a:alpha val="3882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 userDrawn="1"/>
        </p:nvSpPr>
        <p:spPr>
          <a:xfrm>
            <a:off x="0" y="4381500"/>
            <a:ext cx="1252888" cy="8960760"/>
          </a:xfrm>
          <a:prstGeom prst="line">
            <a:avLst/>
          </a:prstGeom>
          <a:ln w="38100" cap="flat">
            <a:solidFill>
              <a:srgbClr val="EC998D">
                <a:alpha val="17647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>
            <a:spLocks noGrp="1"/>
          </p:cNvSpPr>
          <p:nvPr>
            <p:ph type="ctrTitle" idx="0"/>
          </p:nvPr>
        </p:nvSpPr>
        <p:spPr>
          <a:xfrm>
            <a:off x="3048000" y="3429000"/>
            <a:ext cx="12192000" cy="3429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 sz="2800" b="1"/>
              <a:t>Titre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 userDrawn="1"/>
        </p:nvSpPr>
        <p:spPr>
          <a:xfrm>
            <a:off x="12376656" y="7422523"/>
            <a:ext cx="4063088" cy="2864477"/>
          </a:xfrm>
          <a:custGeom>
            <a:avLst/>
            <a:gdLst/>
            <a:ahLst/>
            <a:cxnLst/>
            <a:rect l="l" t="t" r="r" b="b"/>
            <a:pathLst>
              <a:path w="4063088" h="2864477">
                <a:moveTo>
                  <a:pt x="0" y="0"/>
                </a:moveTo>
                <a:lnTo>
                  <a:pt x="4063089" y="0"/>
                </a:lnTo>
                <a:lnTo>
                  <a:pt x="4063089" y="2864477"/>
                </a:lnTo>
                <a:lnTo>
                  <a:pt x="0" y="28644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 userDrawn="1"/>
        </p:nvSpPr>
        <p:spPr>
          <a:xfrm>
            <a:off x="0" y="0"/>
            <a:ext cx="2487559" cy="3512151"/>
          </a:xfrm>
          <a:custGeom>
            <a:avLst/>
            <a:gdLst/>
            <a:ahLst/>
            <a:cxnLst/>
            <a:rect l="l" t="t" r="r" b="b"/>
            <a:pathLst>
              <a:path w="2487559" h="3512151">
                <a:moveTo>
                  <a:pt x="0" y="0"/>
                </a:moveTo>
                <a:lnTo>
                  <a:pt x="2487559" y="0"/>
                </a:lnTo>
                <a:lnTo>
                  <a:pt x="2487559" y="3512151"/>
                </a:lnTo>
                <a:lnTo>
                  <a:pt x="0" y="35121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 userDrawn="1"/>
        </p:nvSpPr>
        <p:spPr>
          <a:xfrm rot="5239631">
            <a:off x="2378811" y="1167770"/>
            <a:ext cx="3024000" cy="1176611"/>
          </a:xfrm>
          <a:custGeom>
            <a:avLst/>
            <a:gdLst/>
            <a:ahLst/>
            <a:cxnLst/>
            <a:rect l="l" t="t" r="r" b="b"/>
            <a:pathLst>
              <a:path w="3024000" h="1176611">
                <a:moveTo>
                  <a:pt x="0" y="0"/>
                </a:moveTo>
                <a:lnTo>
                  <a:pt x="3024000" y="0"/>
                </a:lnTo>
                <a:lnTo>
                  <a:pt x="3024000" y="1176611"/>
                </a:lnTo>
                <a:lnTo>
                  <a:pt x="0" y="1176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 userDrawn="1"/>
        </p:nvSpPr>
        <p:spPr>
          <a:xfrm>
            <a:off x="5813314" y="456830"/>
            <a:ext cx="1192173" cy="1143741"/>
          </a:xfrm>
          <a:custGeom>
            <a:avLst/>
            <a:gdLst/>
            <a:ahLst/>
            <a:cxnLst/>
            <a:rect l="l" t="t" r="r" b="b"/>
            <a:pathLst>
              <a:path w="1192173" h="1143741">
                <a:moveTo>
                  <a:pt x="0" y="0"/>
                </a:moveTo>
                <a:lnTo>
                  <a:pt x="1192173" y="0"/>
                </a:lnTo>
                <a:lnTo>
                  <a:pt x="1192173" y="1143740"/>
                </a:lnTo>
                <a:lnTo>
                  <a:pt x="0" y="1143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 userDrawn="1"/>
        </p:nvSpPr>
        <p:spPr>
          <a:xfrm>
            <a:off x="7036401" y="1600570"/>
            <a:ext cx="10680511" cy="2291455"/>
          </a:xfrm>
          <a:custGeom>
            <a:avLst/>
            <a:gdLst/>
            <a:ahLst/>
            <a:cxnLst/>
            <a:rect l="l" t="t" r="r" b="b"/>
            <a:pathLst>
              <a:path w="10680511" h="2291455">
                <a:moveTo>
                  <a:pt x="0" y="0"/>
                </a:moveTo>
                <a:lnTo>
                  <a:pt x="10680511" y="0"/>
                </a:lnTo>
                <a:lnTo>
                  <a:pt x="10680511" y="2291455"/>
                </a:lnTo>
                <a:lnTo>
                  <a:pt x="0" y="22914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 userDrawn="1"/>
        </p:nvSpPr>
        <p:spPr>
          <a:xfrm>
            <a:off x="208637" y="4585218"/>
            <a:ext cx="3024000" cy="4269544"/>
          </a:xfrm>
          <a:custGeom>
            <a:avLst/>
            <a:gdLst/>
            <a:ahLst/>
            <a:cxnLst/>
            <a:rect l="l" t="t" r="r" b="b"/>
            <a:pathLst>
              <a:path w="3024000" h="4269544">
                <a:moveTo>
                  <a:pt x="0" y="0"/>
                </a:moveTo>
                <a:lnTo>
                  <a:pt x="3024000" y="0"/>
                </a:lnTo>
                <a:lnTo>
                  <a:pt x="3024000" y="4269543"/>
                </a:lnTo>
                <a:lnTo>
                  <a:pt x="0" y="42695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 userDrawn="1"/>
        </p:nvSpPr>
        <p:spPr>
          <a:xfrm rot="5239631">
            <a:off x="3411082" y="6131684"/>
            <a:ext cx="3024000" cy="1176611"/>
          </a:xfrm>
          <a:custGeom>
            <a:avLst/>
            <a:gdLst/>
            <a:ahLst/>
            <a:cxnLst/>
            <a:rect l="l" t="t" r="r" b="b"/>
            <a:pathLst>
              <a:path w="3024000" h="1176611">
                <a:moveTo>
                  <a:pt x="0" y="0"/>
                </a:moveTo>
                <a:lnTo>
                  <a:pt x="3024000" y="0"/>
                </a:lnTo>
                <a:lnTo>
                  <a:pt x="3024000" y="1176611"/>
                </a:lnTo>
                <a:lnTo>
                  <a:pt x="0" y="1176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itle"/>
          <p:cNvSpPr>
            <a:spLocks noGrp="1"/>
          </p:cNvSpPr>
          <p:nvPr>
            <p:ph type="ctrTitle" idx="0"/>
          </p:nvPr>
        </p:nvSpPr>
        <p:spPr>
          <a:xfrm>
            <a:off x="3048000" y="2571750"/>
            <a:ext cx="12192000" cy="257175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 sz="2800" b="1"/>
              <a:t>Titre</a:t>
            </a:r>
          </a:p>
        </p:txBody>
      </p:sp>
      <p:sp>
        <p:nvSpPr>
          <p:cNvPr id="10" name="Subtitle"/>
          <p:cNvSpPr>
            <a:spLocks noGrp="1"/>
          </p:cNvSpPr>
          <p:nvPr>
            <p:ph type="subTitle" idx="10"/>
          </p:nvPr>
        </p:nvSpPr>
        <p:spPr>
          <a:xfrm>
            <a:off x="4572000" y="5372100"/>
            <a:ext cx="9144000" cy="257175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 sz="1800"/>
              <a:t>Sous-titre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Macintosh PowerPoint</Application>
  <PresentationFormat>Custom</PresentationFormat>
  <Paragraphs>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Neue Einstellung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CONFIDENTIAL DOCUMENT</dc:title>
  <cp:lastModifiedBy>Jimmy NI</cp:lastModifiedBy>
  <cp:revision>2</cp:revision>
  <dcterms:created xsi:type="dcterms:W3CDTF">2006-08-16T00:00:00Z</dcterms:created>
  <dcterms:modified xsi:type="dcterms:W3CDTF">2026-03-17T14:00:39Z</dcterms:modified>
  <dc:identifier>DAHD0LUKwaU</dc:identifier>
</cp:coreProperties>
</file>
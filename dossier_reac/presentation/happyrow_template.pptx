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7" r:id="rId2"/>
  </p:sldMasterIdLst>
  <p:handoutMasterIdLst>
    <p:handoutMasterId r:id="rId1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8288000" cy="10287000"/>
  <p:notesSz cx="6858000" cy="9144000"/>
  <p:embeddedFontLst>
    <p:embeddedFont>
      <p:font typeface="Neue Einstellung" pitchFamily="2" charset="77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608" autoAdjust="0"/>
  </p:normalViewPr>
  <p:slideViewPr>
    <p:cSldViewPr>
      <p:cViewPr varScale="1">
        <p:scale>
          <a:sx n="67" d="100"/>
          <a:sy n="67" d="100"/>
        </p:scale>
        <p:origin x="232" y="7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6" d="100"/>
          <a:sy n="96" d="100"/>
        </p:scale>
        <p:origin x="3976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51E505-31BE-E094-3485-C495FA256F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BD085-553C-3FFC-A0FD-9DF34B8A42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121D7-BE6C-7F41-B54C-CE4521069306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4BE8A4-27BD-6831-FF1E-0FC026595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610A83-B5BC-1AFB-D862-B217EF496B5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4E196D-61CD-7D4E-A392-EA6A2849D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090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97C21-22FD-638F-54C0-E2D6AAED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8AF1BF-9C4C-A833-CE2B-602A72BE2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F0E2E-CAF6-779C-D056-A1546CA53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62D81-7E9F-5A76-1C92-856FFD92F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266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88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97C21-22FD-638F-54C0-E2D6AAED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8AF1BF-9C4C-A833-CE2B-602A72BE2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F0E2E-CAF6-779C-D056-A1546CA53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62D81-7E9F-5A76-1C92-856FFD92F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5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09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5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376656" y="7422523"/>
            <a:ext cx="4063088" cy="2864477"/>
          </a:xfrm>
          <a:custGeom>
            <a:avLst/>
            <a:gdLst/>
            <a:ahLst/>
            <a:cxnLst/>
            <a:rect l="l" t="t" r="r" b="b"/>
            <a:pathLst>
              <a:path w="4063088" h="2864477">
                <a:moveTo>
                  <a:pt x="0" y="0"/>
                </a:moveTo>
                <a:lnTo>
                  <a:pt x="4063089" y="0"/>
                </a:lnTo>
                <a:lnTo>
                  <a:pt x="4063089" y="2864477"/>
                </a:lnTo>
                <a:lnTo>
                  <a:pt x="0" y="28644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2487559" cy="3512151"/>
          </a:xfrm>
          <a:custGeom>
            <a:avLst/>
            <a:gdLst/>
            <a:ahLst/>
            <a:cxnLst/>
            <a:rect l="l" t="t" r="r" b="b"/>
            <a:pathLst>
              <a:path w="2487559" h="3512151">
                <a:moveTo>
                  <a:pt x="0" y="0"/>
                </a:moveTo>
                <a:lnTo>
                  <a:pt x="2487559" y="0"/>
                </a:lnTo>
                <a:lnTo>
                  <a:pt x="2487559" y="3512151"/>
                </a:lnTo>
                <a:lnTo>
                  <a:pt x="0" y="35121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5239631">
            <a:off x="2378811" y="1167770"/>
            <a:ext cx="3024000" cy="1176611"/>
          </a:xfrm>
          <a:custGeom>
            <a:avLst/>
            <a:gdLst/>
            <a:ahLst/>
            <a:cxnLst/>
            <a:rect l="l" t="t" r="r" b="b"/>
            <a:pathLst>
              <a:path w="3024000" h="1176611">
                <a:moveTo>
                  <a:pt x="0" y="0"/>
                </a:moveTo>
                <a:lnTo>
                  <a:pt x="3024000" y="0"/>
                </a:lnTo>
                <a:lnTo>
                  <a:pt x="3024000" y="1176611"/>
                </a:lnTo>
                <a:lnTo>
                  <a:pt x="0" y="1176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813314" y="456830"/>
            <a:ext cx="1192173" cy="1143741"/>
          </a:xfrm>
          <a:custGeom>
            <a:avLst/>
            <a:gdLst/>
            <a:ahLst/>
            <a:cxnLst/>
            <a:rect l="l" t="t" r="r" b="b"/>
            <a:pathLst>
              <a:path w="1192173" h="1143741">
                <a:moveTo>
                  <a:pt x="0" y="0"/>
                </a:moveTo>
                <a:lnTo>
                  <a:pt x="1192173" y="0"/>
                </a:lnTo>
                <a:lnTo>
                  <a:pt x="1192173" y="1143740"/>
                </a:lnTo>
                <a:lnTo>
                  <a:pt x="0" y="1143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036401" y="1600570"/>
            <a:ext cx="10680511" cy="2291455"/>
          </a:xfrm>
          <a:custGeom>
            <a:avLst/>
            <a:gdLst/>
            <a:ahLst/>
            <a:cxnLst/>
            <a:rect l="l" t="t" r="r" b="b"/>
            <a:pathLst>
              <a:path w="10680511" h="2291455">
                <a:moveTo>
                  <a:pt x="0" y="0"/>
                </a:moveTo>
                <a:lnTo>
                  <a:pt x="10680511" y="0"/>
                </a:lnTo>
                <a:lnTo>
                  <a:pt x="10680511" y="2291455"/>
                </a:lnTo>
                <a:lnTo>
                  <a:pt x="0" y="22914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08637" y="4585218"/>
            <a:ext cx="3024000" cy="4269544"/>
          </a:xfrm>
          <a:custGeom>
            <a:avLst/>
            <a:gdLst/>
            <a:ahLst/>
            <a:cxnLst/>
            <a:rect l="l" t="t" r="r" b="b"/>
            <a:pathLst>
              <a:path w="3024000" h="4269544">
                <a:moveTo>
                  <a:pt x="0" y="0"/>
                </a:moveTo>
                <a:lnTo>
                  <a:pt x="3024000" y="0"/>
                </a:lnTo>
                <a:lnTo>
                  <a:pt x="3024000" y="4269543"/>
                </a:lnTo>
                <a:lnTo>
                  <a:pt x="0" y="42695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5239631">
            <a:off x="3411082" y="6131684"/>
            <a:ext cx="3024000" cy="1176611"/>
          </a:xfrm>
          <a:custGeom>
            <a:avLst/>
            <a:gdLst/>
            <a:ahLst/>
            <a:cxnLst/>
            <a:rect l="l" t="t" r="r" b="b"/>
            <a:pathLst>
              <a:path w="3024000" h="1176611">
                <a:moveTo>
                  <a:pt x="0" y="0"/>
                </a:moveTo>
                <a:lnTo>
                  <a:pt x="3024000" y="0"/>
                </a:lnTo>
                <a:lnTo>
                  <a:pt x="3024000" y="1176611"/>
                </a:lnTo>
                <a:lnTo>
                  <a:pt x="0" y="1176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593757">
            <a:off x="-7871390" y="-2369047"/>
            <a:ext cx="21312191" cy="15025095"/>
          </a:xfrm>
          <a:custGeom>
            <a:avLst/>
            <a:gdLst/>
            <a:ahLst/>
            <a:cxnLst/>
            <a:rect l="l" t="t" r="r" b="b"/>
            <a:pathLst>
              <a:path w="21312191" h="15025095">
                <a:moveTo>
                  <a:pt x="0" y="0"/>
                </a:moveTo>
                <a:lnTo>
                  <a:pt x="21312192" y="0"/>
                </a:lnTo>
                <a:lnTo>
                  <a:pt x="21312192" y="15025094"/>
                </a:lnTo>
                <a:lnTo>
                  <a:pt x="0" y="150250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853535">
            <a:off x="6056554" y="-2160610"/>
            <a:ext cx="20810414" cy="21504485"/>
          </a:xfrm>
          <a:custGeom>
            <a:avLst/>
            <a:gdLst/>
            <a:ahLst/>
            <a:cxnLst/>
            <a:rect l="l" t="t" r="r" b="b"/>
            <a:pathLst>
              <a:path w="20810414" h="21504485">
                <a:moveTo>
                  <a:pt x="0" y="0"/>
                </a:moveTo>
                <a:lnTo>
                  <a:pt x="20810413" y="0"/>
                </a:lnTo>
                <a:lnTo>
                  <a:pt x="20810413" y="21504486"/>
                </a:lnTo>
                <a:lnTo>
                  <a:pt x="0" y="215044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969309">
            <a:off x="-2959069" y="8159482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4"/>
                </a:lnTo>
                <a:lnTo>
                  <a:pt x="0" y="17346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5" name="Freeform 5"/>
          <p:cNvSpPr/>
          <p:nvPr/>
        </p:nvSpPr>
        <p:spPr>
          <a:xfrm rot="9969309">
            <a:off x="7880301" y="-13959069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4"/>
                </a:lnTo>
                <a:lnTo>
                  <a:pt x="0" y="17346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220598">
            <a:off x="-3159090" y="1658423"/>
            <a:ext cx="6318180" cy="1355537"/>
          </a:xfrm>
          <a:custGeom>
            <a:avLst/>
            <a:gdLst/>
            <a:ahLst/>
            <a:cxnLst/>
            <a:rect l="l" t="t" r="r" b="b"/>
            <a:pathLst>
              <a:path w="6318180" h="1355537">
                <a:moveTo>
                  <a:pt x="0" y="0"/>
                </a:moveTo>
                <a:lnTo>
                  <a:pt x="6318180" y="0"/>
                </a:lnTo>
                <a:lnTo>
                  <a:pt x="6318180" y="1355537"/>
                </a:lnTo>
                <a:lnTo>
                  <a:pt x="0" y="1355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147869" y="-677768"/>
            <a:ext cx="1192173" cy="1143741"/>
          </a:xfrm>
          <a:custGeom>
            <a:avLst/>
            <a:gdLst/>
            <a:ahLst/>
            <a:cxnLst/>
            <a:rect l="l" t="t" r="r" b="b"/>
            <a:pathLst>
              <a:path w="1192173" h="1143741">
                <a:moveTo>
                  <a:pt x="0" y="0"/>
                </a:moveTo>
                <a:lnTo>
                  <a:pt x="1192173" y="0"/>
                </a:lnTo>
                <a:lnTo>
                  <a:pt x="1192173" y="1143740"/>
                </a:lnTo>
                <a:lnTo>
                  <a:pt x="0" y="1143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969309">
            <a:off x="16654075" y="1183089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5" y="0"/>
                </a:lnTo>
                <a:lnTo>
                  <a:pt x="16786265" y="17346123"/>
                </a:lnTo>
                <a:lnTo>
                  <a:pt x="0" y="17346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5" name="Freeform 5"/>
          <p:cNvSpPr/>
          <p:nvPr/>
        </p:nvSpPr>
        <p:spPr>
          <a:xfrm rot="-7156610">
            <a:off x="-13403139" y="-8673062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4"/>
                </a:lnTo>
                <a:lnTo>
                  <a:pt x="0" y="17346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212015">
            <a:off x="11180952" y="9451718"/>
            <a:ext cx="6318180" cy="1355537"/>
          </a:xfrm>
          <a:custGeom>
            <a:avLst/>
            <a:gdLst/>
            <a:ahLst/>
            <a:cxnLst/>
            <a:rect l="l" t="t" r="r" b="b"/>
            <a:pathLst>
              <a:path w="6318180" h="1355537">
                <a:moveTo>
                  <a:pt x="0" y="0"/>
                </a:moveTo>
                <a:lnTo>
                  <a:pt x="6318180" y="0"/>
                </a:lnTo>
                <a:lnTo>
                  <a:pt x="6318180" y="1355537"/>
                </a:lnTo>
                <a:lnTo>
                  <a:pt x="0" y="1355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7156610">
            <a:off x="5714056" y="8851957"/>
            <a:ext cx="8834862" cy="9129524"/>
          </a:xfrm>
          <a:custGeom>
            <a:avLst/>
            <a:gdLst/>
            <a:ahLst/>
            <a:cxnLst/>
            <a:rect l="l" t="t" r="r" b="b"/>
            <a:pathLst>
              <a:path w="8834862" h="9129524">
                <a:moveTo>
                  <a:pt x="0" y="0"/>
                </a:moveTo>
                <a:lnTo>
                  <a:pt x="8834862" y="0"/>
                </a:lnTo>
                <a:lnTo>
                  <a:pt x="8834862" y="9129524"/>
                </a:lnTo>
                <a:lnTo>
                  <a:pt x="0" y="9129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969309">
            <a:off x="16559154" y="-3155940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4"/>
                </a:lnTo>
                <a:lnTo>
                  <a:pt x="0" y="17346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5" name="Freeform 5"/>
          <p:cNvSpPr/>
          <p:nvPr/>
        </p:nvSpPr>
        <p:spPr>
          <a:xfrm rot="-7156610">
            <a:off x="-12169174" y="7273568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4"/>
                </a:lnTo>
                <a:lnTo>
                  <a:pt x="0" y="17346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212015">
            <a:off x="16686336" y="-520255"/>
            <a:ext cx="6318180" cy="1355537"/>
          </a:xfrm>
          <a:custGeom>
            <a:avLst/>
            <a:gdLst/>
            <a:ahLst/>
            <a:cxnLst/>
            <a:rect l="l" t="t" r="r" b="b"/>
            <a:pathLst>
              <a:path w="6318180" h="1355537">
                <a:moveTo>
                  <a:pt x="0" y="0"/>
                </a:moveTo>
                <a:lnTo>
                  <a:pt x="6318180" y="0"/>
                </a:lnTo>
                <a:lnTo>
                  <a:pt x="6318180" y="1355537"/>
                </a:lnTo>
                <a:lnTo>
                  <a:pt x="0" y="1355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7156610">
            <a:off x="-7796283" y="2284321"/>
            <a:ext cx="8834862" cy="9129524"/>
          </a:xfrm>
          <a:custGeom>
            <a:avLst/>
            <a:gdLst/>
            <a:ahLst/>
            <a:cxnLst/>
            <a:rect l="l" t="t" r="r" b="b"/>
            <a:pathLst>
              <a:path w="8834862" h="9129524">
                <a:moveTo>
                  <a:pt x="0" y="0"/>
                </a:moveTo>
                <a:lnTo>
                  <a:pt x="8834862" y="0"/>
                </a:lnTo>
                <a:lnTo>
                  <a:pt x="8834862" y="9129524"/>
                </a:lnTo>
                <a:lnTo>
                  <a:pt x="0" y="9129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7156610">
            <a:off x="10232044" y="-11742155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3"/>
                </a:lnTo>
                <a:lnTo>
                  <a:pt x="0" y="17346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212015">
            <a:off x="16686336" y="-520255"/>
            <a:ext cx="6318180" cy="1355537"/>
          </a:xfrm>
          <a:custGeom>
            <a:avLst/>
            <a:gdLst/>
            <a:ahLst/>
            <a:cxnLst/>
            <a:rect l="l" t="t" r="r" b="b"/>
            <a:pathLst>
              <a:path w="6318180" h="1355537">
                <a:moveTo>
                  <a:pt x="0" y="0"/>
                </a:moveTo>
                <a:lnTo>
                  <a:pt x="6318180" y="0"/>
                </a:lnTo>
                <a:lnTo>
                  <a:pt x="6318180" y="1355537"/>
                </a:lnTo>
                <a:lnTo>
                  <a:pt x="0" y="1355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7156610">
            <a:off x="10080395" y="-5506746"/>
            <a:ext cx="8834862" cy="9129524"/>
          </a:xfrm>
          <a:custGeom>
            <a:avLst/>
            <a:gdLst/>
            <a:ahLst/>
            <a:cxnLst/>
            <a:rect l="l" t="t" r="r" b="b"/>
            <a:pathLst>
              <a:path w="8834862" h="9129524">
                <a:moveTo>
                  <a:pt x="0" y="0"/>
                </a:moveTo>
                <a:lnTo>
                  <a:pt x="8834862" y="0"/>
                </a:lnTo>
                <a:lnTo>
                  <a:pt x="8834862" y="9129523"/>
                </a:lnTo>
                <a:lnTo>
                  <a:pt x="0" y="9129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8587749">
            <a:off x="-13325992" y="4200628"/>
            <a:ext cx="23401196" cy="21061076"/>
          </a:xfrm>
          <a:custGeom>
            <a:avLst/>
            <a:gdLst/>
            <a:ahLst/>
            <a:cxnLst/>
            <a:rect l="l" t="t" r="r" b="b"/>
            <a:pathLst>
              <a:path w="23401196" h="21061076">
                <a:moveTo>
                  <a:pt x="0" y="0"/>
                </a:moveTo>
                <a:lnTo>
                  <a:pt x="23401196" y="0"/>
                </a:lnTo>
                <a:lnTo>
                  <a:pt x="23401196" y="21061076"/>
                </a:lnTo>
                <a:lnTo>
                  <a:pt x="0" y="210610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8" name="Freeform 8"/>
          <p:cNvSpPr/>
          <p:nvPr/>
        </p:nvSpPr>
        <p:spPr>
          <a:xfrm rot="-7156610">
            <a:off x="-7734008" y="1146609"/>
            <a:ext cx="8834862" cy="9129524"/>
          </a:xfrm>
          <a:custGeom>
            <a:avLst/>
            <a:gdLst/>
            <a:ahLst/>
            <a:cxnLst/>
            <a:rect l="l" t="t" r="r" b="b"/>
            <a:pathLst>
              <a:path w="8834862" h="9129524">
                <a:moveTo>
                  <a:pt x="0" y="0"/>
                </a:moveTo>
                <a:lnTo>
                  <a:pt x="8834862" y="0"/>
                </a:lnTo>
                <a:lnTo>
                  <a:pt x="8834862" y="9129524"/>
                </a:lnTo>
                <a:lnTo>
                  <a:pt x="0" y="9129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5C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3" name="AutoShape 3"/>
          <p:cNvSpPr/>
          <p:nvPr/>
        </p:nvSpPr>
        <p:spPr>
          <a:xfrm>
            <a:off x="-810449" y="4666508"/>
            <a:ext cx="1252888" cy="8960760"/>
          </a:xfrm>
          <a:prstGeom prst="line">
            <a:avLst/>
          </a:prstGeom>
          <a:ln w="38100" cap="flat">
            <a:solidFill>
              <a:srgbClr val="FFFFFF">
                <a:alpha val="3882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-658049" y="4818908"/>
            <a:ext cx="1252888" cy="8960760"/>
          </a:xfrm>
          <a:prstGeom prst="line">
            <a:avLst/>
          </a:prstGeom>
          <a:ln w="38100" cap="flat">
            <a:solidFill>
              <a:srgbClr val="EC998D">
                <a:alpha val="17647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ppyrow_template" id="{49F8B519-5DAC-504B-B2E2-1D633D1D4F1C}" vid="{EF250B9D-7382-0D46-8431-22D61693B43C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ppyrow_template" id="{49F8B519-5DAC-504B-B2E2-1D633D1D4F1C}" vid="{EF250B9D-7382-0D46-8431-22D61693B43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</TotalTime>
  <Words>14</Words>
  <Application>Microsoft Macintosh PowerPoint</Application>
  <PresentationFormat>Custom</PresentationFormat>
  <Paragraphs>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Aptos</vt:lpstr>
      <vt:lpstr>Neue Einstellung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CONFIDENTIAL DOCUMENT</dc:title>
  <cp:lastModifiedBy>Jimmy NI</cp:lastModifiedBy>
  <cp:revision>3</cp:revision>
  <dcterms:created xsi:type="dcterms:W3CDTF">2006-08-16T00:00:00Z</dcterms:created>
  <dcterms:modified xsi:type="dcterms:W3CDTF">2026-03-13T13:02:24Z</dcterms:modified>
  <dc:identifier>DAHD0LUKwaU</dc:identifier>
</cp:coreProperties>
</file>